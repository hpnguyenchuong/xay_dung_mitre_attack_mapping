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Phân Tích Malware DroneFleet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Ánh xạ MITRE ATT&amp;CK và Xây dựng SOC Tier-5</a:t>
            </a:r>
          </a:p>
          <a:p>
            <a:r>
              <a:t>GVHD: ...</a:t>
            </a:r>
          </a:p>
          <a:p>
            <a:r>
              <a:t>SVTH: ...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Nội dung trình bày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Đặt vấn đề</a:t>
            </a:r>
          </a:p>
          <a:p>
            <a:r>
              <a:t>2. Kiến trúc Lab</a:t>
            </a:r>
          </a:p>
          <a:p>
            <a:r>
              <a:t>3. Quá trình phân tích Tĩnh &amp; Động</a:t>
            </a:r>
          </a:p>
          <a:p>
            <a:r>
              <a:t>4. Reverse Engineering</a:t>
            </a:r>
          </a:p>
          <a:p>
            <a:r>
              <a:t>5. Xây dựng Rule &amp; Mapping MITRE</a:t>
            </a:r>
          </a:p>
          <a:p>
            <a:r>
              <a:t>6. Demo Hệ thống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Kiến trúc Lab Phân tích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Máy tính Attacker mô phỏng (C2)</a:t>
            </a:r>
          </a:p>
          <a:p>
            <a:r>
              <a:t>- Hệ thống Victim (Drone giả lập)</a:t>
            </a:r>
          </a:p>
          <a:p>
            <a:r>
              <a:t>- Công cụ: Wireshark, Sysinternals, IDA Pro, Volatility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Kết quả Mapping MITRE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Phát hiện T1547.001 (Persistence)</a:t>
            </a:r>
          </a:p>
          <a:p>
            <a:r>
              <a:t>- Phát hiện T1071 (Application Layer Protocol)</a:t>
            </a:r>
          </a:p>
          <a:p>
            <a:r>
              <a:t>- Hậu quả ICS: T0831 (Loss of Control)</a:t>
            </a:r>
          </a:p>
          <a:p>
            <a:r>
              <a:t>- Hệ thống sinh YARA/Snort rules tự động.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